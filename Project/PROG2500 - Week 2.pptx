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4"/>
    <p:sldMasterId id="2147483674" r:id="rId5"/>
  </p:sldMasterIdLst>
  <p:notesMasterIdLst>
    <p:notesMasterId r:id="rId16"/>
  </p:notesMasterIdLst>
  <p:sldIdLst>
    <p:sldId id="338" r:id="rId6"/>
    <p:sldId id="293" r:id="rId7"/>
    <p:sldId id="337" r:id="rId8"/>
    <p:sldId id="336" r:id="rId9"/>
    <p:sldId id="339" r:id="rId10"/>
    <p:sldId id="340" r:id="rId11"/>
    <p:sldId id="341" r:id="rId12"/>
    <p:sldId id="342" r:id="rId13"/>
    <p:sldId id="343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824451-7B5B-4F3B-B42F-EF9696FEFB9E}" v="41" dt="2025-12-22T20:40:37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0" autoAdjust="0"/>
    <p:restoredTop sz="89072" autoAdjust="0"/>
  </p:normalViewPr>
  <p:slideViewPr>
    <p:cSldViewPr snapToGrid="0">
      <p:cViewPr varScale="1">
        <p:scale>
          <a:sx n="98" d="100"/>
          <a:sy n="98" d="100"/>
        </p:scale>
        <p:origin x="113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Prinz" userId="d05428e9-7ea6-41f0-9748-492e2c9bdf44" providerId="ADAL" clId="{B62053BC-FFA5-42C8-AEE7-66FCB560941F}"/>
    <pc:docChg chg="undo custSel addSld delSld modSld sldOrd addSection delSection">
      <pc:chgData name="John Prinz" userId="d05428e9-7ea6-41f0-9748-492e2c9bdf44" providerId="ADAL" clId="{B62053BC-FFA5-42C8-AEE7-66FCB560941F}" dt="2025-12-22T20:42:06.197" v="454" actId="20577"/>
      <pc:docMkLst>
        <pc:docMk/>
      </pc:docMkLst>
      <pc:sldChg chg="addSp modSp mod">
        <pc:chgData name="John Prinz" userId="d05428e9-7ea6-41f0-9748-492e2c9bdf44" providerId="ADAL" clId="{B62053BC-FFA5-42C8-AEE7-66FCB560941F}" dt="2025-12-22T20:42:06.197" v="454" actId="20577"/>
        <pc:sldMkLst>
          <pc:docMk/>
          <pc:sldMk cId="0" sldId="262"/>
        </pc:sldMkLst>
        <pc:spChg chg="add">
          <ac:chgData name="John Prinz" userId="d05428e9-7ea6-41f0-9748-492e2c9bdf44" providerId="ADAL" clId="{B62053BC-FFA5-42C8-AEE7-66FCB560941F}" dt="2025-12-22T20:02:18.142" v="353"/>
          <ac:spMkLst>
            <pc:docMk/>
            <pc:sldMk cId="0" sldId="262"/>
            <ac:spMk id="3" creationId="{B8FE4D48-66A3-D0B6-1366-90B8D33200C5}"/>
          </ac:spMkLst>
        </pc:spChg>
        <pc:spChg chg="mod">
          <ac:chgData name="John Prinz" userId="d05428e9-7ea6-41f0-9748-492e2c9bdf44" providerId="ADAL" clId="{B62053BC-FFA5-42C8-AEE7-66FCB560941F}" dt="2025-12-22T20:42:06.197" v="454" actId="20577"/>
          <ac:spMkLst>
            <pc:docMk/>
            <pc:sldMk cId="0" sldId="262"/>
            <ac:spMk id="15362" creationId="{AF3CC3B5-5643-0246-A02F-60D1310026BC}"/>
          </ac:spMkLst>
        </pc:spChg>
      </pc:sldChg>
      <pc:sldChg chg="addSp delSp modSp mod">
        <pc:chgData name="John Prinz" userId="d05428e9-7ea6-41f0-9748-492e2c9bdf44" providerId="ADAL" clId="{B62053BC-FFA5-42C8-AEE7-66FCB560941F}" dt="2025-12-22T19:55:38.606" v="288" actId="6549"/>
        <pc:sldMkLst>
          <pc:docMk/>
          <pc:sldMk cId="965844582" sldId="293"/>
        </pc:sldMkLst>
        <pc:spChg chg="add">
          <ac:chgData name="John Prinz" userId="d05428e9-7ea6-41f0-9748-492e2c9bdf44" providerId="ADAL" clId="{B62053BC-FFA5-42C8-AEE7-66FCB560941F}" dt="2025-12-22T19:54:56.922" v="285"/>
          <ac:spMkLst>
            <pc:docMk/>
            <pc:sldMk cId="965844582" sldId="293"/>
            <ac:spMk id="3" creationId="{6AF8CCCB-1217-8526-35D8-021445865A8B}"/>
          </ac:spMkLst>
        </pc:spChg>
        <pc:spChg chg="mod">
          <ac:chgData name="John Prinz" userId="d05428e9-7ea6-41f0-9748-492e2c9bdf44" providerId="ADAL" clId="{B62053BC-FFA5-42C8-AEE7-66FCB560941F}" dt="2025-12-22T19:54:46.975" v="284"/>
          <ac:spMkLst>
            <pc:docMk/>
            <pc:sldMk cId="965844582" sldId="293"/>
            <ac:spMk id="6" creationId="{9DF41A31-E33F-4B8C-ADCA-701D588360DF}"/>
          </ac:spMkLst>
        </pc:spChg>
        <pc:spChg chg="add del mod">
          <ac:chgData name="John Prinz" userId="d05428e9-7ea6-41f0-9748-492e2c9bdf44" providerId="ADAL" clId="{B62053BC-FFA5-42C8-AEE7-66FCB560941F}" dt="2025-12-22T19:55:38.606" v="288" actId="6549"/>
          <ac:spMkLst>
            <pc:docMk/>
            <pc:sldMk cId="965844582" sldId="293"/>
            <ac:spMk id="7" creationId="{C98980D5-95D9-4B0B-BEB0-0CC4E41151F6}"/>
          </ac:spMkLst>
        </pc:spChg>
      </pc:sldChg>
      <pc:sldChg chg="modSp mod">
        <pc:chgData name="John Prinz" userId="d05428e9-7ea6-41f0-9748-492e2c9bdf44" providerId="ADAL" clId="{B62053BC-FFA5-42C8-AEE7-66FCB560941F}" dt="2025-12-22T19:56:47.170" v="314" actId="20577"/>
        <pc:sldMkLst>
          <pc:docMk/>
          <pc:sldMk cId="1463833208" sldId="336"/>
        </pc:sldMkLst>
        <pc:spChg chg="mod">
          <ac:chgData name="John Prinz" userId="d05428e9-7ea6-41f0-9748-492e2c9bdf44" providerId="ADAL" clId="{B62053BC-FFA5-42C8-AEE7-66FCB560941F}" dt="2025-12-22T19:56:47.170" v="314" actId="20577"/>
          <ac:spMkLst>
            <pc:docMk/>
            <pc:sldMk cId="1463833208" sldId="336"/>
            <ac:spMk id="4" creationId="{BE2DFDB0-CA82-421C-80A6-0B7C80EA7C2F}"/>
          </ac:spMkLst>
        </pc:spChg>
      </pc:sldChg>
      <pc:sldChg chg="modSp mod">
        <pc:chgData name="John Prinz" userId="d05428e9-7ea6-41f0-9748-492e2c9bdf44" providerId="ADAL" clId="{B62053BC-FFA5-42C8-AEE7-66FCB560941F}" dt="2025-12-22T20:03:44.509" v="390" actId="113"/>
        <pc:sldMkLst>
          <pc:docMk/>
          <pc:sldMk cId="2453671335" sldId="337"/>
        </pc:sldMkLst>
        <pc:spChg chg="mod">
          <ac:chgData name="John Prinz" userId="d05428e9-7ea6-41f0-9748-492e2c9bdf44" providerId="ADAL" clId="{B62053BC-FFA5-42C8-AEE7-66FCB560941F}" dt="2025-12-22T20:03:44.509" v="390" actId="113"/>
          <ac:spMkLst>
            <pc:docMk/>
            <pc:sldMk cId="2453671335" sldId="337"/>
            <ac:spMk id="3" creationId="{41360B00-DEE8-437F-AC62-0118FDC2A02F}"/>
          </ac:spMkLst>
        </pc:spChg>
      </pc:sldChg>
      <pc:sldChg chg="modSp mod">
        <pc:chgData name="John Prinz" userId="d05428e9-7ea6-41f0-9748-492e2c9bdf44" providerId="ADAL" clId="{B62053BC-FFA5-42C8-AEE7-66FCB560941F}" dt="2025-12-22T19:54:36.930" v="283"/>
        <pc:sldMkLst>
          <pc:docMk/>
          <pc:sldMk cId="2856408417" sldId="338"/>
        </pc:sldMkLst>
        <pc:spChg chg="mod">
          <ac:chgData name="John Prinz" userId="d05428e9-7ea6-41f0-9748-492e2c9bdf44" providerId="ADAL" clId="{B62053BC-FFA5-42C8-AEE7-66FCB560941F}" dt="2025-12-22T19:54:36.930" v="283"/>
          <ac:spMkLst>
            <pc:docMk/>
            <pc:sldMk cId="2856408417" sldId="338"/>
            <ac:spMk id="2" creationId="{A87807F3-5FE0-4647-BF65-CCAFF2897567}"/>
          </ac:spMkLst>
        </pc:spChg>
        <pc:spChg chg="mod">
          <ac:chgData name="John Prinz" userId="d05428e9-7ea6-41f0-9748-492e2c9bdf44" providerId="ADAL" clId="{B62053BC-FFA5-42C8-AEE7-66FCB560941F}" dt="2025-12-22T19:51:51.121" v="275" actId="20577"/>
          <ac:spMkLst>
            <pc:docMk/>
            <pc:sldMk cId="2856408417" sldId="338"/>
            <ac:spMk id="3" creationId="{5AD55E6F-8595-46D1-BFD6-D54BD7CE19BC}"/>
          </ac:spMkLst>
        </pc:spChg>
        <pc:spChg chg="mod">
          <ac:chgData name="John Prinz" userId="d05428e9-7ea6-41f0-9748-492e2c9bdf44" providerId="ADAL" clId="{B62053BC-FFA5-42C8-AEE7-66FCB560941F}" dt="2025-12-18T21:07:23.950" v="10"/>
          <ac:spMkLst>
            <pc:docMk/>
            <pc:sldMk cId="2856408417" sldId="338"/>
            <ac:spMk id="6" creationId="{595F84E0-619C-443B-99D4-F02FF76E9F67}"/>
          </ac:spMkLst>
        </pc:spChg>
      </pc:sldChg>
      <pc:sldChg chg="addSp delSp modSp new mod ord">
        <pc:chgData name="John Prinz" userId="d05428e9-7ea6-41f0-9748-492e2c9bdf44" providerId="ADAL" clId="{B62053BC-FFA5-42C8-AEE7-66FCB560941F}" dt="2025-12-22T19:57:43.922" v="322" actId="114"/>
        <pc:sldMkLst>
          <pc:docMk/>
          <pc:sldMk cId="1315245024" sldId="339"/>
        </pc:sldMkLst>
        <pc:spChg chg="mod">
          <ac:chgData name="John Prinz" userId="d05428e9-7ea6-41f0-9748-492e2c9bdf44" providerId="ADAL" clId="{B62053BC-FFA5-42C8-AEE7-66FCB560941F}" dt="2025-12-22T19:56:59.474" v="315"/>
          <ac:spMkLst>
            <pc:docMk/>
            <pc:sldMk cId="1315245024" sldId="339"/>
            <ac:spMk id="2" creationId="{4B5B7F80-2460-10F2-CEDA-55965DF66E6D}"/>
          </ac:spMkLst>
        </pc:spChg>
        <pc:spChg chg="add del mod">
          <ac:chgData name="John Prinz" userId="d05428e9-7ea6-41f0-9748-492e2c9bdf44" providerId="ADAL" clId="{B62053BC-FFA5-42C8-AEE7-66FCB560941F}" dt="2025-12-22T19:57:43.922" v="322" actId="114"/>
          <ac:spMkLst>
            <pc:docMk/>
            <pc:sldMk cId="1315245024" sldId="339"/>
            <ac:spMk id="3" creationId="{F5D40CB0-7EDA-4F5D-8FCE-694CE993A4F5}"/>
          </ac:spMkLst>
        </pc:spChg>
      </pc:sldChg>
      <pc:sldChg chg="modSp new mod">
        <pc:chgData name="John Prinz" userId="d05428e9-7ea6-41f0-9748-492e2c9bdf44" providerId="ADAL" clId="{B62053BC-FFA5-42C8-AEE7-66FCB560941F}" dt="2025-12-22T20:04:00.852" v="391" actId="113"/>
        <pc:sldMkLst>
          <pc:docMk/>
          <pc:sldMk cId="2526378086" sldId="340"/>
        </pc:sldMkLst>
        <pc:spChg chg="mod">
          <ac:chgData name="John Prinz" userId="d05428e9-7ea6-41f0-9748-492e2c9bdf44" providerId="ADAL" clId="{B62053BC-FFA5-42C8-AEE7-66FCB560941F}" dt="2025-12-22T19:57:56.809" v="323"/>
          <ac:spMkLst>
            <pc:docMk/>
            <pc:sldMk cId="2526378086" sldId="340"/>
            <ac:spMk id="2" creationId="{0150CB9C-B735-C400-341C-4D2038B06DEB}"/>
          </ac:spMkLst>
        </pc:spChg>
        <pc:spChg chg="mod">
          <ac:chgData name="John Prinz" userId="d05428e9-7ea6-41f0-9748-492e2c9bdf44" providerId="ADAL" clId="{B62053BC-FFA5-42C8-AEE7-66FCB560941F}" dt="2025-12-22T20:04:00.852" v="391" actId="113"/>
          <ac:spMkLst>
            <pc:docMk/>
            <pc:sldMk cId="2526378086" sldId="340"/>
            <ac:spMk id="3" creationId="{F61230BC-90D3-108E-9A1D-507B8AB3EC55}"/>
          </ac:spMkLst>
        </pc:spChg>
      </pc:sldChg>
      <pc:sldChg chg="modSp add ord">
        <pc:chgData name="John Prinz" userId="d05428e9-7ea6-41f0-9748-492e2c9bdf44" providerId="ADAL" clId="{B62053BC-FFA5-42C8-AEE7-66FCB560941F}" dt="2025-12-22T19:58:30.412" v="325"/>
        <pc:sldMkLst>
          <pc:docMk/>
          <pc:sldMk cId="562493919" sldId="341"/>
        </pc:sldMkLst>
        <pc:spChg chg="mod">
          <ac:chgData name="John Prinz" userId="d05428e9-7ea6-41f0-9748-492e2c9bdf44" providerId="ADAL" clId="{B62053BC-FFA5-42C8-AEE7-66FCB560941F}" dt="2025-12-22T19:58:30.412" v="325"/>
          <ac:spMkLst>
            <pc:docMk/>
            <pc:sldMk cId="562493919" sldId="341"/>
            <ac:spMk id="4" creationId="{6F415097-8003-BA25-9620-BCE9339E957F}"/>
          </ac:spMkLst>
        </pc:spChg>
      </pc:sldChg>
      <pc:sldChg chg="addSp modSp new mod ord">
        <pc:chgData name="John Prinz" userId="d05428e9-7ea6-41f0-9748-492e2c9bdf44" providerId="ADAL" clId="{B62053BC-FFA5-42C8-AEE7-66FCB560941F}" dt="2025-12-22T20:05:32.215" v="410" actId="114"/>
        <pc:sldMkLst>
          <pc:docMk/>
          <pc:sldMk cId="3767644362" sldId="342"/>
        </pc:sldMkLst>
        <pc:spChg chg="mod">
          <ac:chgData name="John Prinz" userId="d05428e9-7ea6-41f0-9748-492e2c9bdf44" providerId="ADAL" clId="{B62053BC-FFA5-42C8-AEE7-66FCB560941F}" dt="2025-12-22T19:58:44.479" v="326"/>
          <ac:spMkLst>
            <pc:docMk/>
            <pc:sldMk cId="3767644362" sldId="342"/>
            <ac:spMk id="2" creationId="{1641F06E-E4B3-C5B6-9EF8-CDDB424E5306}"/>
          </ac:spMkLst>
        </pc:spChg>
        <pc:spChg chg="mod">
          <ac:chgData name="John Prinz" userId="d05428e9-7ea6-41f0-9748-492e2c9bdf44" providerId="ADAL" clId="{B62053BC-FFA5-42C8-AEE7-66FCB560941F}" dt="2025-12-22T20:05:32.215" v="410" actId="114"/>
          <ac:spMkLst>
            <pc:docMk/>
            <pc:sldMk cId="3767644362" sldId="342"/>
            <ac:spMk id="3" creationId="{E48D5142-C0E5-B9E1-E6DB-C034BE9B8049}"/>
          </ac:spMkLst>
        </pc:spChg>
        <pc:spChg chg="add">
          <ac:chgData name="John Prinz" userId="d05428e9-7ea6-41f0-9748-492e2c9bdf44" providerId="ADAL" clId="{B62053BC-FFA5-42C8-AEE7-66FCB560941F}" dt="2025-12-22T19:59:38.146" v="329"/>
          <ac:spMkLst>
            <pc:docMk/>
            <pc:sldMk cId="3767644362" sldId="342"/>
            <ac:spMk id="5" creationId="{0B337E28-8B8F-62D8-4B48-B9AF74E47AA1}"/>
          </ac:spMkLst>
        </pc:spChg>
      </pc:sldChg>
      <pc:sldChg chg="modSp new mod">
        <pc:chgData name="John Prinz" userId="d05428e9-7ea6-41f0-9748-492e2c9bdf44" providerId="ADAL" clId="{B62053BC-FFA5-42C8-AEE7-66FCB560941F}" dt="2025-12-22T20:41:51.924" v="450" actId="113"/>
        <pc:sldMkLst>
          <pc:docMk/>
          <pc:sldMk cId="3655690172" sldId="343"/>
        </pc:sldMkLst>
        <pc:spChg chg="mod">
          <ac:chgData name="John Prinz" userId="d05428e9-7ea6-41f0-9748-492e2c9bdf44" providerId="ADAL" clId="{B62053BC-FFA5-42C8-AEE7-66FCB560941F}" dt="2025-12-22T20:00:50.880" v="345"/>
          <ac:spMkLst>
            <pc:docMk/>
            <pc:sldMk cId="3655690172" sldId="343"/>
            <ac:spMk id="2" creationId="{F23847F9-7240-6CA5-107A-FA4771E9D535}"/>
          </ac:spMkLst>
        </pc:spChg>
        <pc:spChg chg="mod">
          <ac:chgData name="John Prinz" userId="d05428e9-7ea6-41f0-9748-492e2c9bdf44" providerId="ADAL" clId="{B62053BC-FFA5-42C8-AEE7-66FCB560941F}" dt="2025-12-22T20:41:51.924" v="450" actId="113"/>
          <ac:spMkLst>
            <pc:docMk/>
            <pc:sldMk cId="3655690172" sldId="343"/>
            <ac:spMk id="3" creationId="{1ADE40AD-FD40-503C-F17C-BAEE9FB5C42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066080-8C28-4BEF-AD95-4DE24D744443}" type="datetimeFigureOut">
              <a:rPr lang="en-CA" smtClean="0"/>
              <a:t>2025-12-22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0344A-7762-4F32-8DDB-85CAEA5B808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5003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150CB5D-BE14-4675-8F0E-B163C0340255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9944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C4C84245-8CD3-044C-896D-CF71A3ACCEE0}" type="slidenum">
              <a:rPr lang="en-CA" altLang="en-US" smtClean="0"/>
              <a:pPr>
                <a:defRPr/>
              </a:pPr>
              <a:t>10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297612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A7D9E-F935-407F-905F-895CE4F43E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68853"/>
            <a:ext cx="9144000" cy="160899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FA8338-C381-43A9-986D-A2DB312C9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76193"/>
            <a:ext cx="9144000" cy="50712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605DA-D122-4D4C-84D4-F3D45B971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5F88D-3986-4965-82AB-5E0BEC8D447B}" type="datetime1">
              <a:rPr lang="en-CA" smtClean="0"/>
              <a:t>2025-12-22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B23D3-5C82-47F3-A28B-452E88F36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8D3FF-CB34-4034-A1DE-C138671CF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5A50-2221-4D3B-A961-6487805D31D3}" type="slidenum">
              <a:rPr lang="en-CA" smtClean="0"/>
              <a:t>‹#›</a:t>
            </a:fld>
            <a:endParaRPr lang="en-CA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D7B2B1-3887-4B90-851F-4F7EB81AD9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90591" y="1781174"/>
            <a:ext cx="6410817" cy="484188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dirty="0"/>
              <a:t>Edit Master text styles</a:t>
            </a:r>
            <a:endParaRPr lang="en-CA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EBB18C-2262-412A-8686-12A1FC4EC2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384"/>
          <a:stretch/>
        </p:blipFill>
        <p:spPr>
          <a:xfrm>
            <a:off x="0" y="3649"/>
            <a:ext cx="12192000" cy="113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568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701561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E5A50-2221-4D3B-A961-6487805D31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4798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/>
            </a:lvl1pPr>
            <a:lvl2pPr marL="742950" indent="-285750">
              <a:buFont typeface="Courier New" panose="02070309020205020404" pitchFamily="49" charset="0"/>
              <a:buChar char="o"/>
              <a:defRPr sz="2200"/>
            </a:lvl2pPr>
            <a:lvl5pPr>
              <a:defRPr sz="16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E5A50-2221-4D3B-A961-6487805D31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44476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chemeClr val="accent3">
            <a:lumMod val="20000"/>
            <a:lumOff val="8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00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/>
            </a:lvl1pPr>
            <a:lvl2pPr marL="742950" indent="-285750">
              <a:buFont typeface="Courier New" panose="02070309020205020404" pitchFamily="49" charset="0"/>
              <a:buChar char="o"/>
              <a:defRPr sz="2200"/>
            </a:lvl2pPr>
            <a:lvl5pPr>
              <a:defRPr sz="16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E5A50-2221-4D3B-A961-6487805D31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12859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32593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E5A50-2221-4D3B-A961-6487805D31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0114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3432"/>
            <a:ext cx="10972800" cy="798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1342293"/>
            <a:ext cx="5384800" cy="399256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342293"/>
            <a:ext cx="5384800" cy="399256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E5A50-2221-4D3B-A961-6487805D31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2362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10119"/>
            <a:ext cx="10972800" cy="6397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59657"/>
            <a:ext cx="5386917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1" y="1918481"/>
            <a:ext cx="5386917" cy="31086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159657"/>
            <a:ext cx="5389033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1918481"/>
            <a:ext cx="5389033" cy="31086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E5A50-2221-4D3B-A961-6487805D31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8276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E5A50-2221-4D3B-A961-6487805D31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1965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E5A50-2221-4D3B-A961-6487805D31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12643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808" y="349812"/>
            <a:ext cx="4291231" cy="1661868"/>
          </a:xfrm>
        </p:spPr>
        <p:txBody>
          <a:bodyPr anchor="t"/>
          <a:lstStyle>
            <a:lvl1pPr algn="l">
              <a:defRPr sz="4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0810" y="2130552"/>
            <a:ext cx="4291230" cy="401145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E5A50-2221-4D3B-A961-6487805D31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24578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65A214-D678-4604-86AF-393D20A32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089D9-FEFB-4BD1-B333-436AC82EC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0EA4F-7F02-4B6D-817F-A364CE8DB0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C9B367-CC83-49A8-92E4-225EEE8AB552}" type="datetime1">
              <a:rPr lang="en-CA" smtClean="0"/>
              <a:t>2025-12-22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5C7FC-B3A5-4A2D-8A6B-21394E3E35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DD66E-1A3A-487D-B3F9-EA7439FAE6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FE5A50-2221-4D3B-A961-6487805D31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7378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3D05E39-DFF2-4DFD-87CB-6223E71CEDD4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-1" y="6224333"/>
            <a:ext cx="12192000" cy="633667"/>
          </a:xfrm>
          <a:prstGeom prst="rect">
            <a:avLst/>
          </a:prstGeom>
        </p:spPr>
      </p:pic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599" y="1291252"/>
            <a:ext cx="10972800" cy="4863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23026" y="6301206"/>
            <a:ext cx="9500740" cy="4962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endParaRPr lang="en-CA" sz="1200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500943" y="6308238"/>
            <a:ext cx="1604109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F2F73DA1-EAEE-4BC1-86F1-4E0CD780FA5C}" type="slidenum">
              <a:rPr lang="en-CA" smtClean="0"/>
              <a:t>‹#›</a:t>
            </a:fld>
            <a:endParaRPr lang="en-CA"/>
          </a:p>
        </p:txBody>
      </p:sp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93432"/>
            <a:ext cx="10972800" cy="79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751839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ts val="600"/>
        </a:spcBef>
        <a:spcAft>
          <a:spcPts val="1200"/>
        </a:spcAft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1" fontAlgn="base" hangingPunct="1">
        <a:spcBef>
          <a:spcPts val="600"/>
        </a:spcBef>
        <a:spcAft>
          <a:spcPts val="1200"/>
        </a:spcAft>
        <a:buFont typeface="Courier New" panose="02070309020205020404" pitchFamily="49" charset="0"/>
        <a:buChar char="o"/>
        <a:defRPr sz="22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1" fontAlgn="base" hangingPunct="1">
        <a:spcBef>
          <a:spcPts val="600"/>
        </a:spcBef>
        <a:spcAft>
          <a:spcPts val="1200"/>
        </a:spcAft>
        <a:buChar char="•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1" fontAlgn="base" hangingPunct="1">
        <a:spcBef>
          <a:spcPts val="600"/>
        </a:spcBef>
        <a:spcAft>
          <a:spcPts val="1200"/>
        </a:spcAft>
        <a:buChar char="–"/>
        <a:defRPr sz="18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1" fontAlgn="base" hangingPunct="1">
        <a:spcBef>
          <a:spcPts val="600"/>
        </a:spcBef>
        <a:spcAft>
          <a:spcPts val="1200"/>
        </a:spcAft>
        <a:buChar char="»"/>
        <a:defRPr sz="16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807F3-5FE0-4647-BF65-CCAFF28975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CA" dirty="0"/>
              <a:t>Express.js and Deployment</a:t>
            </a:r>
            <a:br>
              <a:rPr lang="en-US" dirty="0"/>
            </a:br>
            <a:r>
              <a:rPr lang="en-CA" sz="3200" dirty="0"/>
              <a:t>Building the Backend Engine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D55E6F-8595-46D1-BFD6-D54BD7CE19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en-CA" dirty="0"/>
              <a:t>Week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5F84E0-619C-443B-99D4-F02FF76E9F67}"/>
              </a:ext>
            </a:extLst>
          </p:cNvPr>
          <p:cNvSpPr/>
          <p:nvPr/>
        </p:nvSpPr>
        <p:spPr>
          <a:xfrm>
            <a:off x="2977722" y="1960232"/>
            <a:ext cx="6236557" cy="36933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CA" dirty="0"/>
              <a:t>PROG2500 - Open-Source Full Stack Development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09DF2-CA49-46E7-1C4A-B86F3D798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1D4E9-7546-444C-83C1-D846105FA783}" type="datetime1">
              <a:rPr lang="en-CA" smtClean="0"/>
              <a:t>2025-12-22</a:t>
            </a:fld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0644B-665E-7CAD-4D0B-C579BB012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5A50-2221-4D3B-A961-6487805D31D3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6408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DF41A31-E33F-4B8C-ADCA-701D5883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Recap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98980D5-95D9-4B0B-BEB0-0CC4E4115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en-US" dirty="0"/>
              <a:t>Node.js = JavaScript outside the browser.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dirty="0"/>
              <a:t>NPM = The tool we use to install libraries.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dirty="0"/>
              <a:t>Git = The save button.</a:t>
            </a: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23F149-C086-10D5-8FC8-72529F6E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5A50-2221-4D3B-A961-6487805D31D3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5844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DF41A31-E33F-4B8C-ADCA-701D5883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This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60B00-DEE8-437F-AC62-0118FDC2A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Theory: </a:t>
            </a:r>
            <a:r>
              <a:rPr lang="en-US" dirty="0"/>
              <a:t>How the Web Works (Request/Response Cycle).</a:t>
            </a:r>
          </a:p>
          <a:p>
            <a:r>
              <a:rPr lang="en-US" b="1" dirty="0"/>
              <a:t>The Tool: </a:t>
            </a:r>
            <a:r>
              <a:rPr lang="en-US" dirty="0"/>
              <a:t>What is Express.js?</a:t>
            </a:r>
          </a:p>
          <a:p>
            <a:r>
              <a:rPr lang="en-US" b="1" dirty="0"/>
              <a:t>The Workshop: </a:t>
            </a:r>
            <a:r>
              <a:rPr lang="en-US" dirty="0"/>
              <a:t>Building server.js.</a:t>
            </a:r>
          </a:p>
          <a:p>
            <a:r>
              <a:rPr lang="en-US" b="1" dirty="0"/>
              <a:t>The Deployment: </a:t>
            </a:r>
            <a:r>
              <a:rPr lang="en-US" dirty="0"/>
              <a:t>Going live with Render.</a:t>
            </a:r>
          </a:p>
          <a:p>
            <a:r>
              <a:rPr lang="en-US" b="1" dirty="0"/>
              <a:t>Lab Time: </a:t>
            </a:r>
            <a:r>
              <a:rPr lang="en-US" dirty="0"/>
              <a:t>Finish Working on Project Proposals.</a:t>
            </a:r>
            <a:endParaRPr lang="en-CA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12D918-7346-2CA9-99C6-50C3545A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5A50-2221-4D3B-A961-6487805D31D3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3671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2DFDB0-CA82-421C-80A6-0B7C80EA7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HTTP And THE SERVER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EFE7F2-C250-25DD-9357-97DCC6E65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5A50-2221-4D3B-A961-6487805D31D3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3833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B7F80-2460-10F2-CEDA-55965DF66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the Web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40CB0-7EDA-4F5D-8FCE-694CE993A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Client (Browser/React): </a:t>
            </a:r>
            <a:r>
              <a:rPr lang="en-US" dirty="0"/>
              <a:t>"Hey, can I have the list of users?" </a:t>
            </a:r>
            <a:r>
              <a:rPr lang="en-US" i="1" dirty="0"/>
              <a:t>(Request)</a:t>
            </a:r>
            <a:r>
              <a:rPr lang="en-US" dirty="0"/>
              <a:t>.</a:t>
            </a:r>
          </a:p>
          <a:p>
            <a:r>
              <a:rPr lang="en-US" b="1" dirty="0"/>
              <a:t>The Server (Node/Express): </a:t>
            </a:r>
            <a:r>
              <a:rPr lang="en-US" dirty="0"/>
              <a:t>"Let me check the database... Here you go." </a:t>
            </a:r>
            <a:r>
              <a:rPr lang="en-US" i="1" dirty="0"/>
              <a:t>(Response)</a:t>
            </a:r>
            <a:r>
              <a:rPr lang="en-US" dirty="0"/>
              <a:t>.</a:t>
            </a:r>
          </a:p>
          <a:p>
            <a:r>
              <a:rPr lang="en-US" b="1" dirty="0"/>
              <a:t>The Protocol: </a:t>
            </a:r>
            <a:r>
              <a:rPr lang="en-US" dirty="0"/>
              <a:t>HTTP (</a:t>
            </a:r>
            <a:r>
              <a:rPr lang="en-US" dirty="0" err="1"/>
              <a:t>HyperText</a:t>
            </a:r>
            <a:r>
              <a:rPr lang="en-US" dirty="0"/>
              <a:t> Transfer Protocol).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7C8A7-99DC-BBAB-412B-7D68197C8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5A50-2221-4D3B-A961-6487805D31D3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5245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0CB9C-B735-C400-341C-4D2038B06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is Express?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230BC-90D3-108E-9A1D-507B8AB3E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Node.js is powerful but "low-level" (hard to write).</a:t>
            </a:r>
          </a:p>
          <a:p>
            <a:r>
              <a:rPr lang="en-US" dirty="0"/>
              <a:t>Express.js is a "Framework" that sits on top of Node.</a:t>
            </a:r>
          </a:p>
          <a:p>
            <a:r>
              <a:rPr lang="en-US" dirty="0"/>
              <a:t>It makes handling routes (URLs) and requests easy.</a:t>
            </a:r>
          </a:p>
          <a:p>
            <a:r>
              <a:rPr lang="en-US" b="1" dirty="0"/>
              <a:t>Analogy:</a:t>
            </a:r>
            <a:r>
              <a:rPr lang="en-US" dirty="0"/>
              <a:t> Node is the engine; Express is the steering wheel and dashboard.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3F904-CF42-C4EA-6A5C-4ACD5790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5A50-2221-4D3B-A961-6487805D31D3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6378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A6FE5-8DEA-E1B2-2935-B804800B2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415097-8003-BA25-9620-BCE9339E9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DEPLOYMENT (CI/CD)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5893A0-CE56-1FAD-92E8-631FF1619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5A50-2221-4D3B-A961-6487805D31D3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2493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1F06E-E4B3-C5B6-9EF8-CDDB424E5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"It Works on My Machine"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D5142-C0E5-B9E1-E6DB-C034BE9B8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Localhost:</a:t>
            </a:r>
            <a:r>
              <a:rPr lang="en-US" dirty="0"/>
              <a:t> Only lives on your laptop (Port 3000).</a:t>
            </a:r>
          </a:p>
          <a:p>
            <a:r>
              <a:rPr lang="en-US" b="1" dirty="0"/>
              <a:t>Production: </a:t>
            </a:r>
            <a:r>
              <a:rPr lang="en-US" dirty="0"/>
              <a:t>Lives on a cloud server (Public URL).</a:t>
            </a:r>
          </a:p>
          <a:p>
            <a:r>
              <a:rPr lang="en-US" b="1" dirty="0"/>
              <a:t>Render:</a:t>
            </a:r>
            <a:r>
              <a:rPr lang="en-US" dirty="0"/>
              <a:t> A cloud platform that "watches" your GitHub.</a:t>
            </a:r>
          </a:p>
          <a:p>
            <a:r>
              <a:rPr lang="en-US" b="1" dirty="0"/>
              <a:t>The Flow: </a:t>
            </a:r>
            <a:br>
              <a:rPr lang="en-US" b="1" dirty="0"/>
            </a:b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Code</a:t>
            </a:r>
            <a:r>
              <a:rPr lang="en-US" dirty="0"/>
              <a:t> -&gt; </a:t>
            </a:r>
            <a:r>
              <a:rPr lang="en-US" b="1" i="1" dirty="0"/>
              <a:t>Push</a:t>
            </a:r>
            <a:r>
              <a:rPr lang="en-US" dirty="0"/>
              <a:t> to </a:t>
            </a:r>
            <a:r>
              <a:rPr lang="en-US" b="1" dirty="0"/>
              <a:t>GitHub</a:t>
            </a:r>
            <a:r>
              <a:rPr lang="en-US" dirty="0"/>
              <a:t> -&gt; </a:t>
            </a:r>
            <a:r>
              <a:rPr lang="en-US" b="1" dirty="0"/>
              <a:t>Render</a:t>
            </a:r>
            <a:r>
              <a:rPr lang="en-US" dirty="0"/>
              <a:t> detects </a:t>
            </a:r>
            <a:r>
              <a:rPr lang="en-US" b="1" i="1" dirty="0"/>
              <a:t>Change</a:t>
            </a:r>
            <a:r>
              <a:rPr lang="en-US" dirty="0"/>
              <a:t> -&gt; </a:t>
            </a:r>
            <a:r>
              <a:rPr lang="en-US" b="1" dirty="0"/>
              <a:t>Render</a:t>
            </a:r>
            <a:r>
              <a:rPr lang="en-US" dirty="0"/>
              <a:t> </a:t>
            </a:r>
            <a:r>
              <a:rPr lang="en-US" b="1" i="1" dirty="0"/>
              <a:t>Deploys</a:t>
            </a:r>
            <a:r>
              <a:rPr lang="en-US" dirty="0"/>
              <a:t>.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85268-A3E8-E430-6E59-3F8BAD75D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5A50-2221-4D3B-A961-6487805D31D3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7644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847F9-7240-6CA5-107A-FA4771E9D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Workshop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E40AD-FD40-503C-F17C-BAEE9FB5C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Goal: </a:t>
            </a:r>
            <a:r>
              <a:rPr lang="en-US" dirty="0"/>
              <a:t>Scaffold a professional API structure and deploy it.</a:t>
            </a:r>
          </a:p>
          <a:p>
            <a:r>
              <a:rPr lang="en-US" b="1" dirty="0"/>
              <a:t>The Tool: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express-generator</a:t>
            </a:r>
          </a:p>
          <a:p>
            <a:pPr lvl="1"/>
            <a:r>
              <a:rPr lang="en-US" dirty="0"/>
              <a:t>Why type boilerplate when CLI can do it?</a:t>
            </a:r>
          </a:p>
          <a:p>
            <a:r>
              <a:rPr lang="en-US" b="1" dirty="0"/>
              <a:t>Steps: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Generate Project </a:t>
            </a:r>
            <a:r>
              <a:rPr lang="en-CA" dirty="0"/>
              <a:t>(</a:t>
            </a:r>
            <a:r>
              <a:rPr lang="en-CA" b="1" dirty="0">
                <a:latin typeface="Courier New" panose="02070309020205020404" pitchFamily="49" charset="0"/>
              </a:rPr>
              <a:t>--no-view --git</a:t>
            </a:r>
            <a:r>
              <a:rPr lang="en-CA" dirty="0"/>
              <a:t>)</a:t>
            </a:r>
            <a:r>
              <a:rPr lang="en-US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Install Dependencies </a:t>
            </a:r>
            <a:r>
              <a:rPr lang="en-CA" dirty="0"/>
              <a:t>(</a:t>
            </a:r>
            <a:r>
              <a:rPr lang="en-CA" b="1" dirty="0" err="1">
                <a:latin typeface="Courier New" panose="02070309020205020404" pitchFamily="49" charset="0"/>
              </a:rPr>
              <a:t>npm</a:t>
            </a:r>
            <a:r>
              <a:rPr lang="en-CA" b="1" dirty="0">
                <a:latin typeface="Courier New" panose="02070309020205020404" pitchFamily="49" charset="0"/>
              </a:rPr>
              <a:t> install</a:t>
            </a:r>
            <a:r>
              <a:rPr lang="en-CA" dirty="0"/>
              <a:t>).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Explore the "Skeleton" </a:t>
            </a:r>
            <a:r>
              <a:rPr lang="fr-FR" dirty="0"/>
              <a:t>(</a:t>
            </a:r>
            <a:r>
              <a:rPr lang="fr-FR" b="1" dirty="0">
                <a:latin typeface="Courier New" panose="02070309020205020404" pitchFamily="49" charset="0"/>
              </a:rPr>
              <a:t>bin/www</a:t>
            </a:r>
            <a:r>
              <a:rPr lang="fr-FR" b="1" dirty="0"/>
              <a:t>, </a:t>
            </a:r>
            <a:r>
              <a:rPr lang="fr-FR" b="1" dirty="0">
                <a:latin typeface="Courier New" panose="02070309020205020404" pitchFamily="49" charset="0"/>
              </a:rPr>
              <a:t>app.js</a:t>
            </a:r>
            <a:r>
              <a:rPr lang="fr-FR" b="1" dirty="0"/>
              <a:t>, </a:t>
            </a:r>
            <a:r>
              <a:rPr lang="fr-FR" b="1" dirty="0">
                <a:latin typeface="Courier New" panose="02070309020205020404" pitchFamily="49" charset="0"/>
              </a:rPr>
              <a:t>routes/</a:t>
            </a:r>
            <a:r>
              <a:rPr lang="fr-FR" dirty="0"/>
              <a:t>)</a:t>
            </a:r>
            <a:r>
              <a:rPr lang="en-US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Push to </a:t>
            </a:r>
            <a:r>
              <a:rPr lang="en-US" b="1" dirty="0"/>
              <a:t>Git</a:t>
            </a:r>
            <a:r>
              <a:rPr lang="en-US" dirty="0"/>
              <a:t> -&gt; Deploy to </a:t>
            </a:r>
            <a:r>
              <a:rPr lang="en-US" b="1" dirty="0"/>
              <a:t>Render</a:t>
            </a:r>
            <a:r>
              <a:rPr lang="en-US" dirty="0"/>
              <a:t>.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E36210-8C2F-E793-32DC-676727628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5A50-2221-4D3B-A961-6487805D31D3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55690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07A355BC-6E63-FD48-9C6A-AADFA1AB33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Next class</a:t>
            </a:r>
            <a:endParaRPr lang="en-CA" altLang="en-US" dirty="0"/>
          </a:p>
        </p:txBody>
      </p:sp>
      <p:sp>
        <p:nvSpPr>
          <p:cNvPr id="15362" name="Content Placeholder 2">
            <a:extLst>
              <a:ext uri="{FF2B5EF4-FFF2-40B4-BE49-F238E27FC236}">
                <a16:creationId xmlns:a16="http://schemas.microsoft.com/office/drawing/2014/main" id="{AF3CC3B5-5643-0246-A02F-60D1310026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Topic: </a:t>
            </a:r>
            <a:r>
              <a:rPr lang="en-US" altLang="en-US" dirty="0"/>
              <a:t>Databases and SQL.</a:t>
            </a:r>
          </a:p>
          <a:p>
            <a:r>
              <a:rPr lang="en-US" altLang="en-US" b="1" dirty="0"/>
              <a:t>Homework: </a:t>
            </a:r>
            <a:r>
              <a:rPr lang="en-US" altLang="en-US" dirty="0"/>
              <a:t>Submit Project Proposal by the end of the day.</a:t>
            </a:r>
          </a:p>
          <a:p>
            <a:r>
              <a:rPr lang="en-US" altLang="en-US" b="1" dirty="0"/>
              <a:t>Next Week: </a:t>
            </a:r>
            <a:r>
              <a:rPr lang="en-US" altLang="en-US" dirty="0"/>
              <a:t>We connect this server to a real database (MySQL/Aiven).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503BF6-D973-75B8-6D37-35AA9C72C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5A50-2221-4D3B-A961-6487805D31D3}" type="slidenum">
              <a:rPr lang="en-CA" smtClean="0"/>
              <a:t>10</a:t>
            </a:fld>
            <a:endParaRPr lang="en-C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onestoga">
      <a:dk1>
        <a:srgbClr val="000000"/>
      </a:dk1>
      <a:lt1>
        <a:srgbClr val="FFFFFF"/>
      </a:lt1>
      <a:dk2>
        <a:srgbClr val="000000"/>
      </a:dk2>
      <a:lt2>
        <a:srgbClr val="D8D8D8"/>
      </a:lt2>
      <a:accent1>
        <a:srgbClr val="3C8C92"/>
      </a:accent1>
      <a:accent2>
        <a:srgbClr val="333399"/>
      </a:accent2>
      <a:accent3>
        <a:srgbClr val="99CC00"/>
      </a:accent3>
      <a:accent4>
        <a:srgbClr val="000000"/>
      </a:accent4>
      <a:accent5>
        <a:srgbClr val="808080"/>
      </a:accent5>
      <a:accent6>
        <a:srgbClr val="BBE0E3"/>
      </a:accent6>
      <a:hlink>
        <a:srgbClr val="009999"/>
      </a:hlink>
      <a:folHlink>
        <a:srgbClr val="7299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estoga">
  <a:themeElements>
    <a:clrScheme name="Conestoga">
      <a:dk1>
        <a:srgbClr val="000000"/>
      </a:dk1>
      <a:lt1>
        <a:srgbClr val="FFFFFF"/>
      </a:lt1>
      <a:dk2>
        <a:srgbClr val="000000"/>
      </a:dk2>
      <a:lt2>
        <a:srgbClr val="D8D8D8"/>
      </a:lt2>
      <a:accent1>
        <a:srgbClr val="3C8C92"/>
      </a:accent1>
      <a:accent2>
        <a:srgbClr val="333399"/>
      </a:accent2>
      <a:accent3>
        <a:srgbClr val="99CC00"/>
      </a:accent3>
      <a:accent4>
        <a:srgbClr val="000000"/>
      </a:accent4>
      <a:accent5>
        <a:srgbClr val="808080"/>
      </a:accent5>
      <a:accent6>
        <a:srgbClr val="BBE0E3"/>
      </a:accent6>
      <a:hlink>
        <a:srgbClr val="009999"/>
      </a:hlink>
      <a:folHlink>
        <a:srgbClr val="7299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onestoga" id="{7B9D00E8-5239-4B9A-A5DD-68DDE85B18E4}" vid="{B1740A44-A090-48B7-88AD-D1CB897F308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03BE9B3684D65459AB7F6091E1E03C2" ma:contentTypeVersion="0" ma:contentTypeDescription="Create a new document." ma:contentTypeScope="" ma:versionID="010060ade8d9e8cc011af4b2a31cfc5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FA480B6-378F-463A-A769-FB93C8FC5DEC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6f07be23-c76e-49b0-ab0f-2dbad51e3856"/>
    <ds:schemaRef ds:uri="7e295920-fecd-4a18-abaa-7c8152f8bb63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E3B1B96-1CA7-4039-B275-D3F924C071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737FF92-A43A-45AF-AB0A-9E3D5ED69A5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391</Words>
  <Application>Microsoft Office PowerPoint</Application>
  <PresentationFormat>Widescreen</PresentationFormat>
  <Paragraphs>55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Custom Design</vt:lpstr>
      <vt:lpstr>Conestoga</vt:lpstr>
      <vt:lpstr>Express.js and Deployment Building the Backend Engine</vt:lpstr>
      <vt:lpstr>Recap</vt:lpstr>
      <vt:lpstr>This class</vt:lpstr>
      <vt:lpstr>HTTP And THE SERVER</vt:lpstr>
      <vt:lpstr>How the Web Works</vt:lpstr>
      <vt:lpstr>What is Express?</vt:lpstr>
      <vt:lpstr>DEPLOYMENT (CI/CD)</vt:lpstr>
      <vt:lpstr>"It Works on My Machine"</vt:lpstr>
      <vt:lpstr>Workshop Time</vt:lpstr>
      <vt:lpstr>Next class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name</dc:title>
  <dc:creator>Kate Wilson</dc:creator>
  <cp:lastModifiedBy>John Prinz</cp:lastModifiedBy>
  <cp:revision>10</cp:revision>
  <dcterms:created xsi:type="dcterms:W3CDTF">2020-01-20T01:45:49Z</dcterms:created>
  <dcterms:modified xsi:type="dcterms:W3CDTF">2025-12-22T20:42:08Z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0x010100903BE9B3684D65459AB7F6091E1E03C2</vt:lpwstr>
  </property>
</Properties>
</file>